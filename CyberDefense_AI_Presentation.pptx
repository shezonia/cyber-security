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91840"/>
            <a:ext cx="1645920" cy="164592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188720"/>
            <a:ext cx="7132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Automated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47472" y="1783080"/>
            <a:ext cx="7132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Defense Systems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47472" y="26060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Opportunities, Risks &amp; Ethical Challenges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7472" y="3108960"/>
            <a:ext cx="41148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3291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Shezonia Idrees  |  PUCIT, Lahore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3611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f22</a:t>
            </a:r>
            <a:r>
              <a:rPr lang="de-DE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044@pucit.edu.pk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2606040" cy="19202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" y="960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75488" y="16002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attacks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organization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 2024)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18688" y="868680"/>
            <a:ext cx="260604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28416" y="960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4.8M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328416" y="16002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unfilled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71616" y="868680"/>
            <a:ext cx="260604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81344" y="960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$4.35M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181344" y="160020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breach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06324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AI in Cyber Defense?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3429000"/>
            <a:ext cx="80467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growing faster than humans can handle them. </a:t>
            </a: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systems are too slow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 rely on people checking alerts manually, which takes too long. </a:t>
            </a: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detect and respond to threats in milliseconds,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24/7 without getting tired.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Covers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356616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005840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0972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487168"/>
            <a:ext cx="1783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works 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defense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(ML, DRL, LLMs)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68880" y="868680"/>
            <a:ext cx="1965960" cy="35661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44952" y="1005840"/>
            <a:ext cx="804672" cy="8046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10972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965960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2487168"/>
            <a:ext cx="1783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using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17720" y="868680"/>
            <a:ext cx="1965960" cy="35661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93792" y="1005840"/>
            <a:ext cx="804672" cy="8046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09728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965960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9160" y="2487168"/>
            <a:ext cx="1783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security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66560" y="868680"/>
            <a:ext cx="1965960" cy="356616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42632" y="1005840"/>
            <a:ext cx="804672" cy="8046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09728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965960"/>
            <a:ext cx="1783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Challenges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0" y="2487168"/>
            <a:ext cx="1783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fairness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accountability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10 recent research papers (2024–2026) </a:t>
            </a:r>
            <a:r>
              <a:rPr lang="de-DE" alt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freely accessible online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Works in Cyber Defense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6868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37560" y="10058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10058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84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96012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481328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'normal' traffic looks like. When something unusual happens, it raises an alert. Can spot attacks that have never been seen before.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5488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86868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0" y="10058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0" y="10058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7840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96012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(DRL)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92040" y="1481328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learns by practicing in a simulated network — like a game. It learns which defensive actions work best against different attacks.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29260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92608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37560" y="30632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37560" y="30632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580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01752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(LLMs)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538728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like GPT reads security logs and explains what happened in plain English. More explainable than traditional models.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754880" y="29260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54880" y="292608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0" y="30632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72400" y="30632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35808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301752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892040" y="3538728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work as a team — one monitors traffic, one blocks threats, one recovers systems. Together they cover the full response.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— What AI Makes Possible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59536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8778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161288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 to threats in milliseconds. Ransomware and data theft happen in minutes — only AI is fast enough to stop them in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6642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664208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700784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05840" y="17190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2002536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system can monitor millions of events at once. A human team would need thousands of people to do the same.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50545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542032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05840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Detection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2843784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hidden patterns in network traffic that humans miss — including brand new attacks that have never been seen before.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334670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346704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38328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05840" y="34015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Work for Humans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3685032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routine alerts automatically, so security teams can focus on complex problems instead of drowning in thousands of daily alerts.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4187952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224528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05840" y="42428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Threat Intel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05840" y="452628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reports, monitors dark web sources, and predicts what attackers will do next — giving defenders an early warning.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— What Can Go Wrong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42416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4241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8778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117043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can trick AI systems by sending specially crafted data that looks safe but is actually an attack.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655064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655064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17099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Training Data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" y="20025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is trained on bad or unbalanced data, it may incorrectly flag innocent users or miss real threats.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2487168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487168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706624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7066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25420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" y="283464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teams trust AI too much, human skills weaken over time. When AI fails, no one knows how to handle it.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319272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319272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53872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4400" y="337413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14400" y="366674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AI agent can block all users or cause a network outage — at machine speed, errors spread fast.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" y="4151376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" y="4151376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4370832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43708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14400" y="4206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Danger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14400" y="449884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tools that defend can also be used to attack. Hackers use AI to write malware and phishing emails.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Challenges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41248"/>
            <a:ext cx="265176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4124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950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" y="1298448"/>
            <a:ext cx="242316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watch ALL network traffic — including private messages. This can feel like surveillance, raising questions about personal privacy.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841248"/>
            <a:ext cx="26517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841248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2696" y="950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82696" y="1298448"/>
            <a:ext cx="242316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makes a wrong decision — like blocking an innocent user — who is responsible? The developer? The organization? There are no clear answers yet.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25896" y="841248"/>
            <a:ext cx="2651760" cy="19202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25896" y="841248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35624" y="950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35624" y="1298448"/>
            <a:ext cx="242316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models are 'black boxes' — even experts cannot explain exactly why they made a decision. This makes it hard to trust or challenge the AI.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2926080"/>
            <a:ext cx="3566160" cy="18745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2926080"/>
            <a:ext cx="3566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303580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" y="3383280"/>
            <a:ext cx="33375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or organizations may use AI defense tools to spy on citizens or competitors, going beyond legitimate security purposes.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926080"/>
            <a:ext cx="3566160" cy="187452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926080"/>
            <a:ext cx="3566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303580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Machine Control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64608" y="3383280"/>
            <a:ext cx="33375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we automate, the less humans are involved. But full automation means no human check — this is dangerous when AI makes a critical mistake.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77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Approach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17957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LLMs (for explanation) with Reinforcement Learning (for action) gives the best results. Neither works as well alone.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655064"/>
            <a:ext cx="850392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65506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7099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0116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trained in simulated networks often fail in real ones. We need better, more realistic training environments.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487168"/>
            <a:ext cx="8503920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487168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542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Needed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284378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NIST framework, and GDPR are partial solutions but not enough. A global standard specifically for AI security is needed.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319272"/>
            <a:ext cx="85039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3319272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3741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Race Risk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367588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that defends can attack. Hackers are already using AI for phishing and malware. Defenders must keep up.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151376"/>
            <a:ext cx="850392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415137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Still Matter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450799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assist humans, not replace them. The best security teams use AI for routine tasks while humans handle complex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Done Next?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3272" y="93268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Training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better network simulations so AI agents can be trained and tested before real deployment.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96012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9601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68112" y="93268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92040" y="148132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legal frameworks that clearly say who is responsible when an AI security system makes a mistake.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28600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4231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4231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33272" y="239572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Research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294436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offensive AI tools work so we can build better defenses against them.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28600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24231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24231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68112" y="239572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Explanations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892040" y="294436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decisions easy to understand so human analysts can verify and trust them.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74904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8862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886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33272" y="385876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Governance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440740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rules for when multiple AI agents work together — to prevent collusion and system failures.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374904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92040" y="38862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3886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468112" y="385876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AI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892040" y="440740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federated learning and differential privacy so AI can detect threats without storing personal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2344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47472" y="193852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90195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AI-ACDS are necessary — attacks are too fast and too many for humans alone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" y="25146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4780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systems combine LLMs + Reinforcement Learning together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30906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05409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are real — adversarial attacks, bias, and system failures must be managed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" y="36667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63016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matter — privacy, accountability, and transparency cannot be ignored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472" y="424281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20624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help humans, not replace them — human oversight is essential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7472" y="4663440"/>
            <a:ext cx="41148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Shezonia Idrees  |  PUCIT, Lahore  |  202</a:t>
            </a:r>
            <a:r>
              <a:rPr lang="de-DE" alt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de-DE" alt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5613</Words>
  <Application>WPS Writer</Application>
  <PresentationFormat>On-screen Show (16:9)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Automated Cyber Defense Systems</dc:title>
  <dc:creator>Shezonia Idrees</dc:creator>
  <dc:subject>PptxGenJS Presentation</dc:subject>
  <cp:lastModifiedBy>Zonia Idrees</cp:lastModifiedBy>
  <cp:revision>3</cp:revision>
  <dcterms:created xsi:type="dcterms:W3CDTF">2026-04-19T11:13:33Z</dcterms:created>
  <dcterms:modified xsi:type="dcterms:W3CDTF">2026-04-19T11:13:33Z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0D4767CE2B601A84C6B8E46973D38D8E_42</vt:lpwstr>
  </property>
  <property fmtid="{D5CDD505-2E9C-101B-9397-08002B2CF9AE}" pid="3" name="KSOProductBuildVer">
    <vt:lpwstr>1033-12.1.23155.23155</vt:lpwstr>
  </property>
</Properties>
</file>